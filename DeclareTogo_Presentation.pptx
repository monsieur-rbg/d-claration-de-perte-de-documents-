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Déclare.tg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Service officiel de la République Togolaise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Déclaration de perte en ligne pour documents administratifs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Suivi de dossier, validation et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Permettre aux citoyens de déclarer rapidement la perte de documents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Simplifier le suivi administratif sans déplacement physique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Centraliser les déclarations et les documents trouvés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Utilisateurs et 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Citoyen : déclaration de perte, suivi, consultation du dossier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Agent : validation/rejet des déclarations et gestion des documents trouvés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Admin : gestion des utilisateurs, types de pièces et statistiques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Formulaire de déclaration de perte de document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Upload de pièces justificatives (PDF, JPG, PNG)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Gestion des documents trouvés et correspondances automatiques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Notifications pour les utilisateurs et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de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1. Déclarer une perte depuis le site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2. Agent vérifie et valide/rejette la déclaration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3. Document trouvé et correspondance avec une perte validée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4. Notification et restitution au propriétaire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Avantages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Gain de temps pour le citoyen et l'administration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Réduction des déplacements physiques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Meilleure traçabilité des pertes et retrouvailles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Plateforme sécurisée et structurée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Laravel + PHP pour le back-end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Blade templates pour les vues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CSS/HTML pour l’interface utilisateur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Base de données MySQL ou SQLite pour les déclarations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